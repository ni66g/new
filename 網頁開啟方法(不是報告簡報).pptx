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-1770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t>2026/10/17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t>2026/10/17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t>2026/10/17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t>2026/10/17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t>2026/10/17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t>2026/10/17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t>2026/10/17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t>2026/10/17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t>2026/10/17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t>2026/10/17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t>2026/10/17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BEAD13-0566-4C6C-97E7-55F17F24B09F}" type="datetimeFigureOut">
              <a:rPr lang="zh-TW" altLang="en-US" smtClean="0"/>
              <a:t>2026/10/17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localhost:8501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608" y="1412776"/>
            <a:ext cx="2236068" cy="867947"/>
          </a:xfrm>
        </p:spPr>
      </p:pic>
      <p:sp>
        <p:nvSpPr>
          <p:cNvPr id="5" name="文字方塊 4"/>
          <p:cNvSpPr txBox="1"/>
          <p:nvPr/>
        </p:nvSpPr>
        <p:spPr>
          <a:xfrm>
            <a:off x="1043608" y="692696"/>
            <a:ext cx="49685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 smtClean="0"/>
              <a:t>紅線</a:t>
            </a:r>
            <a:r>
              <a:rPr lang="en-US" altLang="zh-TW" dirty="0" smtClean="0"/>
              <a:t>(app.py)</a:t>
            </a:r>
            <a:r>
              <a:rPr lang="zh-TW" altLang="en-US" dirty="0" smtClean="0"/>
              <a:t>為後台審核網頁</a:t>
            </a:r>
            <a:endParaRPr lang="en-US" altLang="zh-TW" dirty="0" smtClean="0"/>
          </a:p>
          <a:p>
            <a:r>
              <a:rPr lang="zh-TW" altLang="en-US" dirty="0"/>
              <a:t>藍</a:t>
            </a:r>
            <a:r>
              <a:rPr lang="zh-TW" altLang="en-US" dirty="0" smtClean="0"/>
              <a:t>線</a:t>
            </a:r>
            <a:r>
              <a:rPr lang="en-US" altLang="zh-TW" dirty="0" smtClean="0"/>
              <a:t>(buyer.py)</a:t>
            </a:r>
            <a:r>
              <a:rPr lang="zh-TW" altLang="en-US" dirty="0" smtClean="0"/>
              <a:t>為買家申請網頁</a:t>
            </a:r>
            <a:endParaRPr lang="zh-TW" altLang="en-US" dirty="0"/>
          </a:p>
        </p:txBody>
      </p:sp>
      <p:sp>
        <p:nvSpPr>
          <p:cNvPr id="6" name="文字方塊 5"/>
          <p:cNvSpPr txBox="1"/>
          <p:nvPr/>
        </p:nvSpPr>
        <p:spPr>
          <a:xfrm>
            <a:off x="1043608" y="2420888"/>
            <a:ext cx="7416824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 smtClean="0"/>
              <a:t>開啟方法</a:t>
            </a:r>
            <a:r>
              <a:rPr lang="en-US" altLang="zh-TW" dirty="0" smtClean="0"/>
              <a:t>:</a:t>
            </a:r>
            <a:r>
              <a:rPr lang="zh-TW" altLang="en-US" dirty="0" smtClean="0"/>
              <a:t>均使用</a:t>
            </a:r>
            <a:r>
              <a:rPr lang="en-US" altLang="zh-TW" dirty="0" err="1" smtClean="0"/>
              <a:t>VScode</a:t>
            </a:r>
            <a:r>
              <a:rPr lang="en-US" altLang="zh-TW" sz="1400" dirty="0" smtClean="0"/>
              <a:t/>
            </a:r>
            <a:br>
              <a:rPr lang="en-US" altLang="zh-TW" sz="1400" dirty="0" smtClean="0"/>
            </a:br>
            <a:r>
              <a:rPr lang="en-US" altLang="zh-TW" dirty="0" smtClean="0"/>
              <a:t/>
            </a:r>
            <a:br>
              <a:rPr lang="en-US" altLang="zh-TW" dirty="0" smtClean="0"/>
            </a:br>
            <a:r>
              <a:rPr lang="zh-TW" altLang="en-US" dirty="0"/>
              <a:t>後台審核</a:t>
            </a:r>
            <a:r>
              <a:rPr lang="zh-TW" altLang="en-US" dirty="0" smtClean="0"/>
              <a:t>網頁</a:t>
            </a:r>
            <a:r>
              <a:rPr lang="en-US" altLang="zh-TW" dirty="0" smtClean="0"/>
              <a:t>(</a:t>
            </a:r>
            <a:r>
              <a:rPr lang="en-US" altLang="zh-TW" dirty="0"/>
              <a:t>app.py) </a:t>
            </a:r>
            <a:r>
              <a:rPr lang="en-US" altLang="zh-TW" dirty="0" smtClean="0"/>
              <a:t/>
            </a:r>
            <a:br>
              <a:rPr lang="en-US" altLang="zh-TW" dirty="0" smtClean="0"/>
            </a:br>
            <a:r>
              <a:rPr lang="zh-TW" altLang="en-US" dirty="0" smtClean="0"/>
              <a:t>在程式碼裡的終端機輸入</a:t>
            </a:r>
            <a:r>
              <a:rPr lang="en-US" altLang="zh-TW" dirty="0" err="1" smtClean="0"/>
              <a:t>streamlit</a:t>
            </a:r>
            <a:r>
              <a:rPr lang="en-US" altLang="zh-TW" dirty="0" smtClean="0"/>
              <a:t> </a:t>
            </a:r>
            <a:r>
              <a:rPr lang="en-US" altLang="zh-TW" dirty="0"/>
              <a:t>run app.py --</a:t>
            </a:r>
            <a:r>
              <a:rPr lang="en-US" altLang="zh-TW" dirty="0" err="1"/>
              <a:t>server.port</a:t>
            </a:r>
            <a:r>
              <a:rPr lang="en-US" altLang="zh-TW" dirty="0"/>
              <a:t> </a:t>
            </a:r>
            <a:r>
              <a:rPr lang="en-US" altLang="zh-TW" dirty="0" smtClean="0"/>
              <a:t>8501</a:t>
            </a:r>
            <a:br>
              <a:rPr lang="en-US" altLang="zh-TW" dirty="0" smtClean="0"/>
            </a:br>
            <a:r>
              <a:rPr lang="zh-TW" altLang="en-US" dirty="0" smtClean="0"/>
              <a:t>瀏覽器</a:t>
            </a:r>
            <a:r>
              <a:rPr lang="zh-TW" altLang="en-US" dirty="0"/>
              <a:t>網頁</a:t>
            </a:r>
            <a:r>
              <a:rPr lang="en-US" altLang="zh-TW" dirty="0">
                <a:hlinkClick r:id="rId3" tooltip="http://localhost:8501/"/>
              </a:rPr>
              <a:t>http://localhost:8501</a:t>
            </a:r>
            <a:r>
              <a:rPr lang="en-US" altLang="zh-TW" dirty="0" smtClean="0">
                <a:hlinkClick r:id="rId3" tooltip="http://localhost:8501/"/>
              </a:rPr>
              <a:t>/</a:t>
            </a:r>
            <a:r>
              <a:rPr lang="en-US" altLang="zh-TW" dirty="0" smtClean="0"/>
              <a:t/>
            </a:r>
            <a:br>
              <a:rPr lang="en-US" altLang="zh-TW" dirty="0" smtClean="0"/>
            </a:br>
            <a:r>
              <a:rPr lang="en-US" altLang="zh-TW" dirty="0" smtClean="0"/>
              <a:t/>
            </a:r>
            <a:br>
              <a:rPr lang="en-US" altLang="zh-TW" dirty="0" smtClean="0"/>
            </a:br>
            <a:r>
              <a:rPr lang="zh-TW" altLang="en-US" dirty="0"/>
              <a:t>買家申請</a:t>
            </a:r>
            <a:r>
              <a:rPr lang="zh-TW" altLang="en-US" dirty="0" smtClean="0"/>
              <a:t>網頁</a:t>
            </a:r>
            <a:r>
              <a:rPr lang="en-US" altLang="zh-TW" dirty="0" smtClean="0"/>
              <a:t>(</a:t>
            </a:r>
            <a:r>
              <a:rPr lang="en-US" altLang="zh-TW" dirty="0"/>
              <a:t>buyer.py</a:t>
            </a:r>
            <a:r>
              <a:rPr lang="en-US" altLang="zh-TW" dirty="0" smtClean="0"/>
              <a:t>) </a:t>
            </a:r>
            <a:r>
              <a:rPr lang="en-US" altLang="zh-TW" dirty="0"/>
              <a:t/>
            </a:r>
            <a:br>
              <a:rPr lang="en-US" altLang="zh-TW" dirty="0"/>
            </a:br>
            <a:r>
              <a:rPr lang="zh-TW" altLang="en-US" dirty="0"/>
              <a:t>在程式碼裡的終端機輸入</a:t>
            </a:r>
            <a:r>
              <a:rPr lang="en-US" altLang="zh-TW" dirty="0" err="1"/>
              <a:t>streamlit</a:t>
            </a:r>
            <a:r>
              <a:rPr lang="en-US" altLang="zh-TW" dirty="0"/>
              <a:t> run app.py --</a:t>
            </a:r>
            <a:r>
              <a:rPr lang="en-US" altLang="zh-TW" dirty="0" err="1"/>
              <a:t>server.port</a:t>
            </a:r>
            <a:r>
              <a:rPr lang="en-US" altLang="zh-TW" dirty="0"/>
              <a:t> </a:t>
            </a:r>
            <a:r>
              <a:rPr lang="en-US" altLang="zh-TW" dirty="0" smtClean="0"/>
              <a:t>8502</a:t>
            </a:r>
            <a:r>
              <a:rPr lang="en-US" altLang="zh-TW" dirty="0"/>
              <a:t/>
            </a:r>
            <a:br>
              <a:rPr lang="en-US" altLang="zh-TW" dirty="0"/>
            </a:br>
            <a:r>
              <a:rPr lang="zh-TW" altLang="en-US" dirty="0"/>
              <a:t>瀏覽器網頁</a:t>
            </a:r>
            <a:r>
              <a:rPr lang="en-US" altLang="zh-TW" dirty="0">
                <a:hlinkClick r:id="rId3" tooltip="http://localhost:8501/"/>
              </a:rPr>
              <a:t>http://</a:t>
            </a:r>
            <a:r>
              <a:rPr lang="en-US" altLang="zh-TW" dirty="0" smtClean="0">
                <a:hlinkClick r:id="rId3" tooltip="http://localhost:8501/"/>
              </a:rPr>
              <a:t>localhost:8502/</a:t>
            </a:r>
            <a:endParaRPr lang="en-US" altLang="zh-TW" dirty="0"/>
          </a:p>
        </p:txBody>
      </p:sp>
      <p:sp>
        <p:nvSpPr>
          <p:cNvPr id="7" name="文字方塊 6"/>
          <p:cNvSpPr txBox="1"/>
          <p:nvPr/>
        </p:nvSpPr>
        <p:spPr>
          <a:xfrm>
            <a:off x="1043608" y="5373216"/>
            <a:ext cx="367240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b="1" dirty="0" smtClean="0"/>
              <a:t>備註</a:t>
            </a:r>
            <a:r>
              <a:rPr lang="en-US" altLang="zh-TW" b="1" dirty="0" smtClean="0"/>
              <a:t>:</a:t>
            </a:r>
            <a:r>
              <a:rPr lang="zh-TW" altLang="en-US" b="1" dirty="0" smtClean="0"/>
              <a:t>後台審核網頁開啟後須先至系統設定選項輸入</a:t>
            </a:r>
            <a:r>
              <a:rPr lang="zh-TW" altLang="en-US" b="1" dirty="0"/>
              <a:t>應用程式密碼 </a:t>
            </a:r>
            <a:r>
              <a:rPr lang="en-US" altLang="zh-TW" b="1" dirty="0" err="1"/>
              <a:t>dfzu</a:t>
            </a:r>
            <a:r>
              <a:rPr lang="en-US" altLang="zh-TW" b="1" dirty="0"/>
              <a:t> </a:t>
            </a:r>
            <a:r>
              <a:rPr lang="en-US" altLang="zh-TW" b="1" dirty="0" err="1"/>
              <a:t>pmcn</a:t>
            </a:r>
            <a:r>
              <a:rPr lang="en-US" altLang="zh-TW" b="1" dirty="0"/>
              <a:t> </a:t>
            </a:r>
            <a:r>
              <a:rPr lang="en-US" altLang="zh-TW" b="1" dirty="0" err="1"/>
              <a:t>czez</a:t>
            </a:r>
            <a:r>
              <a:rPr lang="en-US" altLang="zh-TW" b="1" dirty="0"/>
              <a:t> </a:t>
            </a:r>
            <a:r>
              <a:rPr lang="en-US" altLang="zh-TW" b="1" dirty="0" err="1"/>
              <a:t>snlv</a:t>
            </a:r>
            <a:endParaRPr lang="zh-TW" altLang="en-US" b="1" dirty="0"/>
          </a:p>
        </p:txBody>
      </p:sp>
      <p:pic>
        <p:nvPicPr>
          <p:cNvPr id="8" name="圖片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5232419"/>
            <a:ext cx="4018582" cy="1204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29918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45</Words>
  <Application>Microsoft Office PowerPoint</Application>
  <PresentationFormat>如螢幕大小 (4:3)</PresentationFormat>
  <Paragraphs>4</Paragraphs>
  <Slides>1</Slides>
  <Notes>0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2" baseType="lpstr">
      <vt:lpstr>Office 佈景主題</vt:lpstr>
      <vt:lpstr>PowerPoint 簡報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柏瑜陳</dc:creator>
  <cp:lastModifiedBy>user</cp:lastModifiedBy>
  <cp:revision>3</cp:revision>
  <dcterms:created xsi:type="dcterms:W3CDTF">2026-10-14T16:00:16Z</dcterms:created>
  <dcterms:modified xsi:type="dcterms:W3CDTF">2026-10-17T13:27:40Z</dcterms:modified>
</cp:coreProperties>
</file>